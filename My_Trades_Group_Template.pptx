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48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877F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INTRODUCTION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69164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Asset Classes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4526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Webull: options on stocks (NVDA, AAPL, MSFT, AMZN, PG, JPM) and ETFs (SPY, VOO, IWM). CFI: CFDs on indices, gold, silver, oil, forex and an ETF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2194560" cy="2194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4340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Trade Selection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343400" y="4526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Fundamentals first (sector news, growth vs defensive stocks), then technicals (trend and price vs strike) before picking a call or a put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1691640"/>
            <a:ext cx="2194560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110728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Assistance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110728" y="4526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[Fill in: did you use AI? If yes, which tool and how. If no, say the analysis was your own]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Webull: </a:t>
            </a:r>
            <a:pPr algn="ctr" indent="0" marL="0">
              <a:buNone/>
            </a:pPr>
            <a:r>
              <a:rPr lang="en-US" sz="1600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−$17,466 (−1.75%)   |   </a:t>
            </a:r>
            <a:pPr algn="ctr" indent="0" marL="0">
              <a:buNone/>
            </a:pPr>
            <a:r>
              <a:rPr lang="en-US" sz="16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CFI: </a:t>
            </a:r>
            <a:pPr algn="ctr" indent="0" marL="0">
              <a:buNone/>
            </a:pPr>
            <a:r>
              <a:rPr lang="en-US" sz="1600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+$18,409.92 (+18.4%)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canva/win_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1181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Figure: Webull buy and sell orders for the PG $152.5 call, net +$1,270.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126480" y="6858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1AD07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WINNING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1877F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TRADE: PG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5146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Trade: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Bought 10 PG $152.5 calls at $0.83 (12 Oct)</a:t>
            </a:r>
            <a:endParaRPr lang="en-US" sz="15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Sold 10 at $2.10 (14 Oct), net +$1,270 (+153%)</a:t>
            </a:r>
            <a:endParaRPr lang="en-US" sz="15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worked: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 rose above the strike; defensive staples were bought ahead of mid-October earnings</a:t>
            </a:r>
            <a:endParaRPr lang="en-US" sz="15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Technical: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 sat just under the strike; with days to expiry, delta and gamma were high so a small move paid a lot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6480" y="5989320"/>
            <a:ext cx="4526280" cy="0"/>
          </a:xfrm>
          <a:prstGeom prst="line">
            <a:avLst/>
          </a:prstGeom>
          <a:noFill/>
          <a:ln w="19050">
            <a:solidFill>
              <a:srgbClr val="1312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9904" y="5952744"/>
            <a:ext cx="73152" cy="73152"/>
          </a:xfrm>
          <a:prstGeom prst="rect">
            <a:avLst/>
          </a:prstGeom>
          <a:solidFill>
            <a:srgbClr val="13122D"/>
          </a:solidFill>
          <a:ln w="12700">
            <a:solidFill>
              <a:srgbClr val="13122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616184" y="5952744"/>
            <a:ext cx="73152" cy="73152"/>
          </a:xfrm>
          <a:prstGeom prst="rect">
            <a:avLst/>
          </a:prstGeom>
          <a:solidFill>
            <a:srgbClr val="13122D"/>
          </a:solidFill>
          <a:ln w="12700">
            <a:solidFill>
              <a:srgbClr val="1312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835640" y="5879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WEBULL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" y="6858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E8445A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LOSING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1877F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TRADE: NVDA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94944" y="251460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Trade: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Bought 10 NVDA $220 puts at $4.10 (24 Sep)</a:t>
            </a:r>
            <a:endParaRPr lang="en-US" sz="15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Sold at $0.01 on expiry (9 Oct), net −$4,090</a:t>
            </a:r>
            <a:endParaRPr lang="en-US" sz="15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failed: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NVDA stayed above $220, so the put expired worthless and time decay took the premium</a:t>
            </a:r>
            <a:endParaRPr lang="en-US" sz="15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Mistake: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bought the put to 'balance' my NVDA call, against the uptrend and with no bearish news</a:t>
            </a:r>
            <a:endParaRPr lang="en-US" sz="15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500" b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Lesson: </a:t>
            </a:r>
            <a:pPr indent="0" marL="0">
              <a:buNone/>
            </a:pPr>
            <a:r>
              <a:rPr lang="en-US" sz="15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Trade with a thesis and exit at −50% instead of holding to expiry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4944" y="5989320"/>
            <a:ext cx="4517136" cy="0"/>
          </a:xfrm>
          <a:prstGeom prst="line">
            <a:avLst/>
          </a:prstGeom>
          <a:noFill/>
          <a:ln w="19050">
            <a:solidFill>
              <a:srgbClr val="1312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952744"/>
            <a:ext cx="73152" cy="73152"/>
          </a:xfrm>
          <a:prstGeom prst="rect">
            <a:avLst/>
          </a:prstGeom>
          <a:solidFill>
            <a:srgbClr val="13122D"/>
          </a:solidFill>
          <a:ln w="12700">
            <a:solidFill>
              <a:srgbClr val="1312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75504" y="5952744"/>
            <a:ext cx="73152" cy="73152"/>
          </a:xfrm>
          <a:prstGeom prst="rect">
            <a:avLst/>
          </a:prstGeom>
          <a:solidFill>
            <a:srgbClr val="13122D"/>
          </a:solidFill>
          <a:ln w="12700">
            <a:solidFill>
              <a:srgbClr val="1312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0" y="5879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WEBULL</a:t>
            </a:r>
            <a:endParaRPr lang="en-US" sz="1100" dirty="0"/>
          </a:p>
        </p:txBody>
      </p:sp>
      <p:pic>
        <p:nvPicPr>
          <p:cNvPr id="8" name="Image 0" descr="../canva/loss_nv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1417320"/>
            <a:ext cx="5440680" cy="3108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199632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Figure: Webull buy and sell orders for the NVDA $220 put, net −$4,090.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" y="21945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rgbClr val="1877F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RISK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rgbClr val="1877F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MANAGEMENT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675120" y="694944"/>
            <a:ext cx="4800600" cy="173736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0" y="8321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Webull Options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197864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Matched my risk appetite: total premium was $32,852 (3.3% of the account) and no trade was over 0.6%. But I used no stops, and short-dated options lost 53% of the premium.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75120" y="2578608"/>
            <a:ext cx="4800600" cy="1737360"/>
          </a:xfrm>
          <a:prstGeom prst="roundRect">
            <a:avLst>
              <a:gd name="adj" fmla="val 5263"/>
            </a:avLst>
          </a:prstGeom>
          <a:solidFill>
            <a:srgbClr val="13122D"/>
          </a:solidFill>
          <a:ln w="12700">
            <a:solidFill>
              <a:srgbClr val="1312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27157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CFI CFDs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3081528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Did not match: 14 of 15 trades had no stop-loss and 8 lots of gold was about $3.3M of exposure. Silver and the Nikkei lost $40,884. Options risk the premium; CFDs risk leverage.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4462272"/>
            <a:ext cx="4800600" cy="173736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45994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Hedging NVDA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4965192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Protective put: caps the loss but costs the premium. Covered call: earns income but caps gains. My speculative NVDA put lost 99.8% of its premium; owning shares with a put would only have cost insurance.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48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877F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CFDS ON CFI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94944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Start: $100,000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750808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End: $118,409.92</a:t>
            </a:r>
            <a:endParaRPr lang="en-US" sz="1200" dirty="0"/>
          </a:p>
        </p:txBody>
      </p:sp>
      <p:pic>
        <p:nvPicPr>
          <p:cNvPr id="5" name="Image 0" descr="../canva/cfi_win_go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91640"/>
            <a:ext cx="4626864" cy="2642616"/>
          </a:xfrm>
          <a:prstGeom prst="rect">
            <a:avLst/>
          </a:prstGeom>
        </p:spPr>
      </p:pic>
      <p:pic>
        <p:nvPicPr>
          <p:cNvPr id="6" name="Image 1" descr="../canva/cfi_loss_jp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691640"/>
            <a:ext cx="4626864" cy="26426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4944" y="438912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Winning Trade: </a:t>
            </a:r>
            <a:pPr algn="ctr" indent="0" marL="0">
              <a:buNone/>
            </a:pPr>
            <a:r>
              <a:rPr lang="en-US" sz="1200" b="1" dirty="0">
                <a:solidFill>
                  <a:srgbClr val="0E9F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XAUUSD  +$47,024  (4136.635 &gt; 4195.415)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867144" y="438912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Losing Trade: </a:t>
            </a:r>
            <a:pPr algn="ctr" indent="0" marL="0">
              <a:buNone/>
            </a:pPr>
            <a:r>
              <a:rPr lang="en-US" sz="1200" b="1" dirty="0">
                <a:solidFill>
                  <a:srgbClr val="E844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JPN225  −$22,275.48  (70239.92 &gt; 68828.1)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94944" y="484632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Trades: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94944" y="5193792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grew +$18,409.92 (+18.4%). 10 wins, 4 losses, 1 still open. Gold alone made +$52,326.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67144" y="484632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 Options on Webull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867144" y="5193792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expiry or time decay; leverage is the risk. No stops, so one Nikkei trade lost $22,275.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87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CFDs let traders profit from price moves without owning the asset.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48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877F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REFLECTION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947672" y="1700784"/>
            <a:ext cx="4005072" cy="2084832"/>
          </a:xfrm>
          <a:prstGeom prst="roundRect">
            <a:avLst>
              <a:gd name="adj" fmla="val 4386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130552" y="1901952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Needs Learning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386584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 Greeks (theta and delta), choosing 30–45 day expiries, position sizing and MT5 stop-loss tools.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700784"/>
            <a:ext cx="4005072" cy="2084832"/>
          </a:xfrm>
          <a:prstGeom prst="roundRect">
            <a:avLst>
              <a:gd name="adj" fmla="val 4386"/>
            </a:avLst>
          </a:prstGeom>
          <a:solidFill>
            <a:srgbClr val="13122D"/>
          </a:solidFill>
          <a:ln w="12700">
            <a:solidFill>
              <a:srgbClr val="1312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901952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Tolerance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86584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than I thought. A fixed premium loss felt fine; one silver CFD losing $18,608 in two days did not.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947672" y="4069080"/>
            <a:ext cx="4005072" cy="2084832"/>
          </a:xfrm>
          <a:prstGeom prst="roundRect">
            <a:avLst>
              <a:gd name="adj" fmla="val 4386"/>
            </a:avLst>
          </a:prstGeom>
          <a:solidFill>
            <a:srgbClr val="13122D"/>
          </a:solidFill>
          <a:ln w="12700">
            <a:solidFill>
              <a:srgbClr val="1312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0552" y="4270248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Biggest Lesson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221992" y="4754880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the exit before the entry. A stop-loss on the Nikkei and silver trades would have saved most of the $40,884.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4069080"/>
            <a:ext cx="4005072" cy="2084832"/>
          </a:xfrm>
          <a:prstGeom prst="roundRect">
            <a:avLst>
              <a:gd name="adj" fmla="val 4386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4270248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Emotions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754880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1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option losses made me cautious. The +$47,024 gold win made me overconfident, so I opened six CFDs at once.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0" y="548640"/>
            <a:ext cx="5971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1143000"/>
            <a:ext cx="5971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WEBULL - SALMAN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" y="1060704"/>
            <a:ext cx="2011680" cy="0"/>
          </a:xfrm>
          <a:prstGeom prst="line">
            <a:avLst/>
          </a:prstGeom>
          <a:noFill/>
          <a:ln w="15875">
            <a:solidFill>
              <a:srgbClr val="5B9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024128"/>
            <a:ext cx="73152" cy="73152"/>
          </a:xfrm>
          <a:prstGeom prst="ellipse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8336" y="1024128"/>
            <a:ext cx="73152" cy="73152"/>
          </a:xfrm>
          <a:prstGeom prst="ellipse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1060704"/>
            <a:ext cx="2011680" cy="0"/>
          </a:xfrm>
          <a:prstGeom prst="line">
            <a:avLst/>
          </a:prstGeom>
          <a:noFill/>
          <a:ln w="15875">
            <a:solidFill>
              <a:srgbClr val="5B9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95944" y="1024128"/>
            <a:ext cx="73152" cy="73152"/>
          </a:xfrm>
          <a:prstGeom prst="ellipse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07624" y="1024128"/>
            <a:ext cx="73152" cy="73152"/>
          </a:xfrm>
          <a:prstGeom prst="ellipse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10" name="Image 0" descr="../canva/app_web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448" y="1691640"/>
            <a:ext cx="6400800" cy="451713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Figure: Webull buy and sell orders for all 15 options trades (21 Sep to 14 Oct 2026).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0" y="548640"/>
            <a:ext cx="5971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1143000"/>
            <a:ext cx="5971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 - SALMAN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" y="1060704"/>
            <a:ext cx="2011680" cy="0"/>
          </a:xfrm>
          <a:prstGeom prst="line">
            <a:avLst/>
          </a:prstGeom>
          <a:noFill/>
          <a:ln w="15875">
            <a:solidFill>
              <a:srgbClr val="5B9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024128"/>
            <a:ext cx="73152" cy="73152"/>
          </a:xfrm>
          <a:prstGeom prst="ellipse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8336" y="1024128"/>
            <a:ext cx="73152" cy="73152"/>
          </a:xfrm>
          <a:prstGeom prst="ellipse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1060704"/>
            <a:ext cx="2011680" cy="0"/>
          </a:xfrm>
          <a:prstGeom prst="line">
            <a:avLst/>
          </a:prstGeom>
          <a:noFill/>
          <a:ln w="15875">
            <a:solidFill>
              <a:srgbClr val="5B9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95944" y="1024128"/>
            <a:ext cx="73152" cy="73152"/>
          </a:xfrm>
          <a:prstGeom prst="ellipse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07624" y="1024128"/>
            <a:ext cx="73152" cy="73152"/>
          </a:xfrm>
          <a:prstGeom prst="ellipse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10" name="Image 0" descr="../canva/app_cf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88" y="1691640"/>
            <a:ext cx="10789920" cy="45720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Figure: CFI trade history for all 15 CFD trades (29 Sep to 14 Oct 2026).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2026-10-14T14:30:23Z</dcterms:created>
  <dcterms:modified xsi:type="dcterms:W3CDTF">2026-10-14T14:30:23Z</dcterms:modified>
</cp:coreProperties>
</file>